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08728-7C68-F733-EE7E-B90CAF5B7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6417F3-7FCC-3F84-F5A9-63490913C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BC6EDC-C47D-B94B-22CA-741FA238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D5CC7-0C22-1BAA-F83F-F31325B9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4DC718-14BB-99FD-A53C-232E90D6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83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059AD-C0E8-39C9-C39F-05FAEE8E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79A416-6CE7-DBCB-D7F4-B877FA817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525B3D-E7F8-706E-F9F8-69EC7089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00876-56AF-B9C5-A2D6-87BE918F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646FA4-A582-0A04-D86D-5682749B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41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89A50-FD62-FD1B-EC1E-C199E1A6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F2F7E4-515C-F18A-A9E8-BE40C42DD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4B5150-2B75-73E2-FA82-E0F1F7AD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8447E-90C0-833D-B047-4DE1096C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D9A4C0-666E-E900-64CB-EEEE92F7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71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12571-C4CF-D2A9-D22A-AD57BFB0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6BFAC-8918-3276-1BFE-61B683923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92F334-5C05-4830-A4CF-C12AFAC2E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D652F8-0C9D-5020-39FF-BBACEDD0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F4A7A0-26AC-FF82-EBEF-1227E3D5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30B5B5-E266-FD1A-8C80-D5FB39BA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03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79FF9-07DD-01F0-9481-E206AA7C2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1D1937-47CD-2FB9-2416-9F48085DD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160E3D-FD29-832D-6225-8426D1DF2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3DFC61-E960-23EF-47E2-A3C8F06B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04C07D-8E1A-8F9C-721E-E95FB9831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6F7FFE-CA96-E06B-B045-982CC706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D71B82-26BB-4E53-3E7B-6E88327F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38A77C-6727-0EBD-61FA-0D828496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46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97F52-DC1A-699C-FB47-761FC64E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4EAC07-C522-533F-B333-6C38FCB2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C9E1C8-D105-B20A-140D-003B4E86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95D87B-4C5E-375D-A39E-8259834F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69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7F7427-0036-C8E2-8F17-ED7D5A87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112957-C660-817D-811B-EE1ABC8E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791E8D-FB07-3342-CD62-BD684D61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236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B6A0-6726-11FD-F58E-97D45C18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DB91F6-2946-E190-0F9F-5EDA04897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8935B0-226C-345A-B755-2EA8038F1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E6FBB-5C07-52CC-027A-940DAE36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560A50-9E4D-98E1-8FCD-491384EA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81438D-F98E-93A1-2224-0AEA612D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91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F5645-E432-5CBA-8477-2EDC03D4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6D4BC6-53EC-C121-026D-D1BC35BD9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DDBD4B-1889-FBAE-05DC-6672FE816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552448-66E5-EE18-A3E8-31F09E63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CBCAEA-22DD-773B-823F-E383ACA8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580E77-AE76-D43E-4B8D-A8DEDD05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2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F2692-19DC-D9F4-6929-1EEB0D01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4F10BF-C11A-C263-43EC-3F590535D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3173AC-3852-E466-C67D-7E803417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3760E6-7739-F2EE-6941-C4553D26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34CA6D-934C-53C6-E986-54DC1CF2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79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E114DB-C303-0D3E-AD9E-8CE78CBD0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72FC84-456B-5644-5479-59D1934F0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BDBB7E-F5E8-1C09-82AF-DCD8B608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A73DC0-BA4A-D457-139F-14CFCDB1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171AD-0A4F-45CB-278B-44B6138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647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EE480B-79D3-B948-EC9B-6E792CF9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D0B350-C135-0A15-A38F-C7B2A2BFB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5F649-4B37-F732-4C6E-0AD977EC2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3FE1C-9957-4FE3-A456-2F0AB06DD37E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D0D30-5D96-4917-B8B2-543231932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E75E6F-C415-5B69-76CD-44DA4BA5A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C3AF8-773F-42D6-A7A5-8F14491D06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51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131E6053-609C-027F-813B-8298C23F028F}"/>
              </a:ext>
            </a:extLst>
          </p:cNvPr>
          <p:cNvGrpSpPr/>
          <p:nvPr/>
        </p:nvGrpSpPr>
        <p:grpSpPr>
          <a:xfrm>
            <a:off x="2611804" y="1260887"/>
            <a:ext cx="4246196" cy="1197829"/>
            <a:chOff x="2611804" y="1260887"/>
            <a:chExt cx="4246196" cy="1197829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5F64144E-4855-4EFB-A89E-78C4A24BA3E8}"/>
                </a:ext>
              </a:extLst>
            </p:cNvPr>
            <p:cNvSpPr txBox="1"/>
            <p:nvPr/>
          </p:nvSpPr>
          <p:spPr>
            <a:xfrm>
              <a:off x="3596054" y="1512276"/>
              <a:ext cx="3261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dirty="0" err="1">
                  <a:latin typeface="Trajan Pro" pitchFamily="2" charset="0"/>
                </a:rPr>
                <a:t>hollow</a:t>
              </a:r>
              <a:r>
                <a:rPr lang="pt-BR" sz="3600" b="1" dirty="0">
                  <a:latin typeface="Trajan Pro" pitchFamily="2" charset="0"/>
                </a:rPr>
                <a:t>-UI</a:t>
              </a:r>
              <a:endParaRPr lang="pt-BR" sz="2000" b="1" dirty="0">
                <a:latin typeface="Trajan Pro" pitchFamily="2" charset="0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E1E2AAE-1375-A466-ACFC-422391A53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1804" y="1260887"/>
              <a:ext cx="1197829" cy="1197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92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F64144E-4855-4EFB-A89E-78C4A24BA3E8}"/>
              </a:ext>
            </a:extLst>
          </p:cNvPr>
          <p:cNvSpPr txBox="1"/>
          <p:nvPr/>
        </p:nvSpPr>
        <p:spPr>
          <a:xfrm>
            <a:off x="3596054" y="1512276"/>
            <a:ext cx="326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err="1">
                <a:latin typeface="Trajan Pro" pitchFamily="2" charset="0"/>
              </a:rPr>
              <a:t>hollow</a:t>
            </a:r>
            <a:r>
              <a:rPr lang="pt-BR" sz="3600" b="1" dirty="0">
                <a:latin typeface="Trajan Pro" pitchFamily="2" charset="0"/>
              </a:rPr>
              <a:t>-UI</a:t>
            </a:r>
            <a:endParaRPr lang="pt-BR" sz="2000" b="1" dirty="0">
              <a:latin typeface="Traja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5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4B0B8880-92AF-9E32-BC41-6AC640D54C6B}"/>
              </a:ext>
            </a:extLst>
          </p:cNvPr>
          <p:cNvGrpSpPr/>
          <p:nvPr/>
        </p:nvGrpSpPr>
        <p:grpSpPr>
          <a:xfrm>
            <a:off x="2876712" y="1474465"/>
            <a:ext cx="3981288" cy="719342"/>
            <a:chOff x="2876712" y="1474465"/>
            <a:chExt cx="3981288" cy="71934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5F64144E-4855-4EFB-A89E-78C4A24BA3E8}"/>
                </a:ext>
              </a:extLst>
            </p:cNvPr>
            <p:cNvSpPr txBox="1"/>
            <p:nvPr/>
          </p:nvSpPr>
          <p:spPr>
            <a:xfrm>
              <a:off x="3596054" y="1512276"/>
              <a:ext cx="3261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dirty="0" err="1">
                  <a:solidFill>
                    <a:schemeClr val="bg1"/>
                  </a:solidFill>
                  <a:latin typeface="Trajan Pro" pitchFamily="2" charset="0"/>
                </a:rPr>
                <a:t>hollow</a:t>
              </a:r>
              <a:r>
                <a:rPr lang="pt-BR" sz="3600" b="1" dirty="0">
                  <a:solidFill>
                    <a:schemeClr val="bg1"/>
                  </a:solidFill>
                  <a:latin typeface="Trajan Pro" pitchFamily="2" charset="0"/>
                </a:rPr>
                <a:t>-UI</a:t>
              </a:r>
              <a:endParaRPr lang="pt-BR" sz="2000" b="1" dirty="0">
                <a:solidFill>
                  <a:schemeClr val="bg1"/>
                </a:solidFill>
                <a:latin typeface="Trajan Pro" pitchFamily="2" charset="0"/>
              </a:endParaRP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98163520-B31D-F6DE-031A-B67849F26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6712" y="1474465"/>
              <a:ext cx="719342" cy="7193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566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F64144E-4855-4EFB-A89E-78C4A24BA3E8}"/>
              </a:ext>
            </a:extLst>
          </p:cNvPr>
          <p:cNvSpPr txBox="1"/>
          <p:nvPr/>
        </p:nvSpPr>
        <p:spPr>
          <a:xfrm>
            <a:off x="3596054" y="1512276"/>
            <a:ext cx="326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err="1">
                <a:solidFill>
                  <a:schemeClr val="bg1"/>
                </a:solidFill>
                <a:latin typeface="Trajan Pro" pitchFamily="2" charset="0"/>
              </a:rPr>
              <a:t>hollow</a:t>
            </a:r>
            <a:r>
              <a:rPr lang="pt-BR" sz="3600" b="1" dirty="0">
                <a:solidFill>
                  <a:schemeClr val="bg1"/>
                </a:solidFill>
                <a:latin typeface="Trajan Pro" pitchFamily="2" charset="0"/>
              </a:rPr>
              <a:t>-UI</a:t>
            </a:r>
            <a:endParaRPr lang="pt-BR" sz="2000" b="1" dirty="0">
              <a:solidFill>
                <a:schemeClr val="bg1"/>
              </a:solidFill>
              <a:latin typeface="Traja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1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Trajan Pro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soarescmpos@gmail.com</dc:creator>
  <cp:lastModifiedBy>soarescmpos@gmail.com</cp:lastModifiedBy>
  <cp:revision>1</cp:revision>
  <dcterms:created xsi:type="dcterms:W3CDTF">2025-11-20T16:47:11Z</dcterms:created>
  <dcterms:modified xsi:type="dcterms:W3CDTF">2025-11-20T16:52:20Z</dcterms:modified>
</cp:coreProperties>
</file>